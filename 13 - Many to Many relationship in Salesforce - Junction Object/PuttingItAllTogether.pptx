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896-4455-4AD7-8975-DD670057A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95146-4739-41FE-819A-01F8EB558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59420-F33D-43EA-8A84-5D53DCCF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ED260-C6D2-4A20-B3AF-556660F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06A6E-0138-46E9-8F4B-314CB101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5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7F91-F7A5-486A-BCB6-33C9E625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67E4F-5597-4DFE-9670-2E409D8B8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BF239-AB6F-4898-BA8A-5EC91C9D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8EE7-112E-4CD1-94D8-50443A13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3C75C-3838-4197-9821-65F237B3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1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61DC-C54A-4FEE-91A6-399B922C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622DF-704E-4C22-B3B8-6230FD810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F143E-C3F1-4B2D-A4C0-51597756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F8CC-172B-42A8-8A10-78E29261F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64760-C067-4878-BB2E-878B51A7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0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BBA1-F424-445E-968F-28218569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0AD7A-E242-430B-8549-DE5A29AE4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31D7C-8A22-4A74-BD39-7B7E79CA5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7A82-DAD5-4F2F-902F-3D40E38C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FCFAD-A83C-40F2-9C3D-7C4A508D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F522D-C862-4255-A7D3-D3736322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7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0D5B-307B-4916-9D1A-56E416DD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E07AE-C122-48EB-B840-A57D0A573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27E00-4DF8-4AA8-B64A-C0541441C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4B8245-0FDB-4A6B-A5F2-02CCD5460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81C52-3561-405E-910C-2D5E2FE20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49D48-7715-4E4B-9BB9-4C083FF8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801CA-DED3-4AA5-ADD5-CAA81695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548F9-3F48-47FE-B9A8-47147A5B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3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0D01-896A-4F17-A76B-01960357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E4CAB-3E53-4A8D-8342-2010977A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88B58-C749-4196-BED5-DE75D152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A61E4-F4BD-45DD-9D1E-B4E3A44B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5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890D34-0CE4-44A9-ADCE-C5087007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7E9A7-D0AE-4B73-869E-0AAD8B00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F5C5F-2629-4E79-BADA-4480E974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2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7772-22FC-4CE3-9830-B284343B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DE592-823F-4B9F-9222-13F3610E7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68860-4808-4A51-B87D-24983091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95EBA-8B44-4320-9D19-93D23976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F5547-8405-4866-9F95-532606EA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FE25E-DAC3-49D5-A696-00107AE0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3C9C-B1FE-4B70-82DD-9B9EDF9A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D8FE4-B945-4B50-B7AC-AA76FBBE9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1DE7F-BF1F-4FAA-8C90-406857BE9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44290-266E-4131-951A-6169FF43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46689-4A17-4F1F-963D-F96605F2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7462C-07E6-4859-B6FA-6000C39F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6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01C6-E470-44E5-80CE-D74B138D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1AC4E-1319-4D33-884B-1EB5A264B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AA4CF-6D63-484E-BEFF-1EAA0815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E086A-E103-4A36-B7EA-63D22CB5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2131C-22B4-4E97-9365-9695D071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9C77EC-7CC5-4471-98D1-BCCA9F23C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9F5B3-6244-4B40-AB95-0AAC61600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C7EA8-614C-4B51-8D4C-BA00FF01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878D-B863-4BB5-B33F-F27C3B54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AEDC-B477-4984-9375-A48E1FD9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7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582F9-5C48-42F7-96A7-97B1937E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8951-A302-41E3-AA51-74525E00D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A370-18F1-4502-8A2D-109178E4F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8A5F7-A5DC-4C0A-9858-7825DDB2C09B}" type="datetimeFigureOut">
              <a:rPr lang="en-US" smtClean="0"/>
              <a:t>2/14/2022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59E04-FDE5-49E0-96B8-D7341C45C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4998-4D98-4398-8835-40903DC08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414DC-663D-42DA-AF95-559F7615C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5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D2D6-4A0F-461F-B202-35C0775E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280F7-634E-4B8E-B504-B2C47B6E8454}"/>
              </a:ext>
            </a:extLst>
          </p:cNvPr>
          <p:cNvSpPr/>
          <p:nvPr/>
        </p:nvSpPr>
        <p:spPr>
          <a:xfrm>
            <a:off x="1536569" y="2875175"/>
            <a:ext cx="1291472" cy="5538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5FD16-A390-4B1D-BD7F-D1A23F85E34F}"/>
              </a:ext>
            </a:extLst>
          </p:cNvPr>
          <p:cNvSpPr/>
          <p:nvPr/>
        </p:nvSpPr>
        <p:spPr>
          <a:xfrm>
            <a:off x="1536569" y="3992483"/>
            <a:ext cx="1291472" cy="5538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Posting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5F498-4E76-4C02-837F-0DF22C7EE4D3}"/>
              </a:ext>
            </a:extLst>
          </p:cNvPr>
          <p:cNvSpPr/>
          <p:nvPr/>
        </p:nvSpPr>
        <p:spPr>
          <a:xfrm>
            <a:off x="9479930" y="2837468"/>
            <a:ext cx="1504971" cy="65045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Candidate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3C5BDA-DB54-4293-A3E5-D717553033B9}"/>
              </a:ext>
            </a:extLst>
          </p:cNvPr>
          <p:cNvSpPr/>
          <p:nvPr/>
        </p:nvSpPr>
        <p:spPr>
          <a:xfrm>
            <a:off x="1462725" y="5109791"/>
            <a:ext cx="1666973" cy="55382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Employment Website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09FB3-1A48-46ED-80EB-A1DDD1A4346D}"/>
              </a:ext>
            </a:extLst>
          </p:cNvPr>
          <p:cNvSpPr/>
          <p:nvPr/>
        </p:nvSpPr>
        <p:spPr>
          <a:xfrm>
            <a:off x="6910256" y="2875173"/>
            <a:ext cx="1631420" cy="65045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Job Application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4355B8-1CB3-425B-849B-13FC6E7C48DE}"/>
              </a:ext>
            </a:extLst>
          </p:cNvPr>
          <p:cNvSpPr/>
          <p:nvPr/>
        </p:nvSpPr>
        <p:spPr>
          <a:xfrm>
            <a:off x="4113813" y="2875174"/>
            <a:ext cx="1291472" cy="5538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1986AF3-32BE-49CA-86A6-BB5E30AB7362}"/>
              </a:ext>
            </a:extLst>
          </p:cNvPr>
          <p:cNvSpPr/>
          <p:nvPr/>
        </p:nvSpPr>
        <p:spPr>
          <a:xfrm>
            <a:off x="2828041" y="2988296"/>
            <a:ext cx="1285772" cy="3487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Lookup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BAC7927-C98F-4489-8C19-E4387A556BCA}"/>
              </a:ext>
            </a:extLst>
          </p:cNvPr>
          <p:cNvSpPr/>
          <p:nvPr/>
        </p:nvSpPr>
        <p:spPr>
          <a:xfrm>
            <a:off x="5405285" y="2988298"/>
            <a:ext cx="1504971" cy="34879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Lookup</a:t>
            </a:r>
          </a:p>
        </p:txBody>
      </p:sp>
      <p:sp>
        <p:nvSpPr>
          <p:cNvPr id="18" name="Arrow: Up-Down 17">
            <a:extLst>
              <a:ext uri="{FF2B5EF4-FFF2-40B4-BE49-F238E27FC236}">
                <a16:creationId xmlns:a16="http://schemas.microsoft.com/office/drawing/2014/main" id="{75830345-45C6-4248-905B-AF70C5239152}"/>
              </a:ext>
            </a:extLst>
          </p:cNvPr>
          <p:cNvSpPr/>
          <p:nvPr/>
        </p:nvSpPr>
        <p:spPr>
          <a:xfrm>
            <a:off x="1959584" y="3428999"/>
            <a:ext cx="226243" cy="563484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0971EFD0-46FD-4003-8C2D-484CD11DEB19}"/>
              </a:ext>
            </a:extLst>
          </p:cNvPr>
          <p:cNvSpPr/>
          <p:nvPr/>
        </p:nvSpPr>
        <p:spPr>
          <a:xfrm>
            <a:off x="1956062" y="4555966"/>
            <a:ext cx="226243" cy="563484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A740223A-C091-471E-9DD6-64FFA69B8548}"/>
              </a:ext>
            </a:extLst>
          </p:cNvPr>
          <p:cNvSpPr/>
          <p:nvPr/>
        </p:nvSpPr>
        <p:spPr>
          <a:xfrm>
            <a:off x="8541676" y="2988297"/>
            <a:ext cx="945824" cy="26395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lookup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EC536-8D3F-4106-BCD1-394FB3446342}"/>
              </a:ext>
            </a:extLst>
          </p:cNvPr>
          <p:cNvSpPr/>
          <p:nvPr/>
        </p:nvSpPr>
        <p:spPr>
          <a:xfrm>
            <a:off x="6907581" y="4588244"/>
            <a:ext cx="1462146" cy="76357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2310F77-7DF4-4522-8F85-1721C3407C03}"/>
              </a:ext>
            </a:extLst>
          </p:cNvPr>
          <p:cNvSpPr/>
          <p:nvPr/>
        </p:nvSpPr>
        <p:spPr>
          <a:xfrm>
            <a:off x="7296346" y="3525624"/>
            <a:ext cx="344983" cy="103034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5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Putting it All together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Putting it All together</dc:title>
  <dc:creator>Sim Aulakh</dc:creator>
  <cp:lastModifiedBy>Sim Aulakh</cp:lastModifiedBy>
  <cp:revision>1</cp:revision>
  <dcterms:created xsi:type="dcterms:W3CDTF">2022-02-14T17:13:56Z</dcterms:created>
  <dcterms:modified xsi:type="dcterms:W3CDTF">2022-02-14T17:14:10Z</dcterms:modified>
</cp:coreProperties>
</file>