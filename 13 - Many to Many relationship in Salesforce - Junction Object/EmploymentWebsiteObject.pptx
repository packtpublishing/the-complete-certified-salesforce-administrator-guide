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1246E-E48A-427B-848D-7664BE522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4D33E1-2218-4FC5-8F40-76029FBB17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92104-6B4C-4C89-AC9F-164EB1B55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BF3A-F046-4837-92CF-796DE940E617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687D1-FA16-4E1F-A7F3-28978C1F2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59D8C-9C41-4BC0-9263-9A543A217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CF4C-400A-4E2C-ACB5-D7EECF3DB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833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2FD6A-79CD-456F-8C04-757C976AE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E8B4A-E585-4D69-89B2-0BFD6742B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45BCF-8C01-45D0-AC11-3A57DC3A1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BF3A-F046-4837-92CF-796DE940E617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259F8-651D-4D8A-8EC6-91924957B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539C9-D04B-4A85-A9A0-D2592A362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CF4C-400A-4E2C-ACB5-D7EECF3DB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703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E755A-1C6F-4B31-B967-CBE140FCB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C79D2-03F1-4864-B288-747CC4242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99F56-599A-4908-B390-C1C1713EB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BF3A-F046-4837-92CF-796DE940E617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7563D-1072-46AF-B966-36CD7A0C3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E9BBC-9EE5-442B-B012-575751ABE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CF4C-400A-4E2C-ACB5-D7EECF3DB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917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7A25B-E6BF-4593-B222-724B2B486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D48EA-7BD7-4EEE-8453-9DAD6E71FA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8B1C8A-F932-497A-B6AF-EA9DB69AA1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F9FC3C-532A-4B5B-BD7E-353129B3C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BF3A-F046-4837-92CF-796DE940E617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95F9E-E06A-4BE9-AAC9-1E1A330AC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487C0-C1FB-4461-BDDB-A8F984890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CF4C-400A-4E2C-ACB5-D7EECF3DB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662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46AE2-D4F9-4657-BC29-78FCD2541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03D2F8-40DE-4AC9-85AA-5F60C17FE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6214AA-9A0E-4769-85FD-44EA1368CA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19808D-423F-43FC-8EA5-2968973444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E87A15-30EC-44E4-B81F-8757129D2A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983F4B-5C5F-4B7A-9D64-43B687F20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BF3A-F046-4837-92CF-796DE940E617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7F9AEF-A49E-48D0-94D7-E34749C09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4ADCE1-1243-4642-8D87-7CB9EBAA1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CF4C-400A-4E2C-ACB5-D7EECF3DB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813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FDD6F-3706-4113-B506-19226632C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E29F82-9E1A-4E37-8E11-9DAFE4578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BF3A-F046-4837-92CF-796DE940E617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EA2009-8287-4C88-BB14-FFE488DC3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06681D-1721-42C3-8E77-64330AAF7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CF4C-400A-4E2C-ACB5-D7EECF3DB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356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00E7E8-CBCF-4013-8E98-67817BC7E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BF3A-F046-4837-92CF-796DE940E617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7D000D-6F84-4EF0-AA8D-79B082CD9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29629-7B70-40A5-A436-FB495CAEE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CF4C-400A-4E2C-ACB5-D7EECF3DB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196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4954E-51F0-4300-ACEF-B64CC0C20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F86E9-8E97-43E4-B4BB-FB3F28D52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E0579B-F895-43CF-923A-517EB180F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6BA6BB-FE63-47D1-822E-D5FA24EC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BF3A-F046-4837-92CF-796DE940E617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9E4DC-B048-41C0-AA44-EE131858E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4042F-B20B-4BA9-8DD3-4DE776508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CF4C-400A-4E2C-ACB5-D7EECF3DB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138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B8148-7597-4180-8584-758A5494E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AAA564-CD4B-4CE1-AB1D-198ADF646C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611583-1D27-419A-B010-ADDA03CDAA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503E1A-AF2D-454B-A136-2407ECFCD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BF3A-F046-4837-92CF-796DE940E617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25B181-99BC-4E63-AB16-1ACF1E7E0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5D673C-A963-4C82-8B40-F233D68A0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CF4C-400A-4E2C-ACB5-D7EECF3DB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832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3A949-F25D-4985-B1DA-C21A32522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13ABEA-77EC-4846-9C32-1024B12AD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159C8-6120-4E38-A77F-ED0B1F942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BF3A-F046-4837-92CF-796DE940E617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E94DF-41F2-4965-BCBF-24BCCCE36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7A7BE-7A97-472A-9141-4D9A7336A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CF4C-400A-4E2C-ACB5-D7EECF3DB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554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B15421-20A9-4692-9928-8E7B2B0F05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C8D540-FB6E-4B98-AF52-3724049D5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A8778-A2A0-47DC-ACE2-F13EA5DB3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BF3A-F046-4837-92CF-796DE940E617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079F8-5544-49DB-8B6C-4053840DC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3C8E7-5D04-40AB-89CC-A7D230EF1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CF4C-400A-4E2C-ACB5-D7EECF3DB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331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6B964F-E4AC-476B-AC91-2BBCEFE5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2E688-7DC6-4F2F-9A82-A491E8898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63804-1711-41F0-8FBB-9AA5F2CFC3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7BF3A-F046-4837-92CF-796DE940E617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1ECD5-04A0-4043-A36E-B42CFB28B3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C952C-5DE4-432B-A5FE-C2957A1C55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BCF4C-400A-4E2C-ACB5-D7EECF3DB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10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243AF-D84A-4DDB-A757-CE24F3D0D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a New Object (Employment Website)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BFB312E-643C-4C37-9EA5-ED564BB3E1D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77863" y="2160588"/>
          <a:ext cx="8596312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756408469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15865592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Field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014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Employment Website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21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Web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URL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126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4562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Create a New Object (Employment Website)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New Object (Employment Website)</dc:title>
  <dc:creator>Sim Aulakh</dc:creator>
  <cp:lastModifiedBy>Sim Aulakh</cp:lastModifiedBy>
  <cp:revision>1</cp:revision>
  <dcterms:created xsi:type="dcterms:W3CDTF">2022-02-14T17:12:01Z</dcterms:created>
  <dcterms:modified xsi:type="dcterms:W3CDTF">2022-02-14T17:12:18Z</dcterms:modified>
</cp:coreProperties>
</file>